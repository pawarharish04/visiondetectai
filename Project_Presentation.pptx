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Serverless Object Detection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Production-ready AWS architecture using Amazon Rekognition</a:t>
            </a:r>
          </a:p>
          <a:p/>
          <a:p>
            <a:r>
              <a:t>Project Architecture &amp;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this project?</a:t>
            </a:r>
          </a:p>
          <a:p>
            <a:pPr lvl="1"/>
            <a:r>
              <a:t>A powerful image analysis pipeline built on AWS Serverless.</a:t>
            </a:r>
          </a:p>
          <a:p>
            <a:pPr lvl="1"/>
            <a:r>
              <a:t>Leverages Amazon Rekognition to detect:</a:t>
            </a:r>
          </a:p>
          <a:p>
            <a:pPr lvl="2"/>
            <a:r>
              <a:t>Objects and Labels (e.g., cars, buildings, animals)</a:t>
            </a:r>
          </a:p>
          <a:p>
            <a:pPr lvl="2"/>
            <a:r>
              <a:t>Text in Images (OCR)</a:t>
            </a:r>
          </a:p>
          <a:p>
            <a:pPr lvl="2"/>
            <a:r>
              <a:t>Moderation/Inappropriate Content</a:t>
            </a:r>
          </a:p>
          <a:p>
            <a:pPr lvl="2"/>
            <a:r>
              <a:t>Personal Protective Equipment (PPE compliance)</a:t>
            </a:r>
          </a:p>
          <a:p>
            <a:pPr lvl="1"/>
            <a:r>
              <a:t>Designed for high throughput and low latency end-to-end.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Serverless Flow:</a:t>
            </a:r>
          </a:p>
          <a:p>
            <a:pPr lvl="1"/>
            <a:r>
              <a:t>Client calls GET /presign via API Gateway -&gt; Lambda.</a:t>
            </a:r>
          </a:p>
          <a:p>
            <a:pPr lvl="1"/>
            <a:r>
              <a:t>Client performs direct PUT upload of the image to AWS S3 using presigned URL.</a:t>
            </a:r>
          </a:p>
          <a:p>
            <a:pPr lvl="1"/>
            <a:r>
              <a:t>S3 ObjectCreated event triggers the main detect-objects Lambda.</a:t>
            </a:r>
          </a:p>
          <a:p>
            <a:pPr lvl="1"/>
            <a:r>
              <a:t>detect-objects runs parallel Amazon Rekognition queries.</a:t>
            </a:r>
          </a:p>
          <a:p>
            <a:pPr lvl="1"/>
            <a:r>
              <a:t>Results are stored in DynamoDB (DetectionResults table).</a:t>
            </a:r>
          </a:p>
          <a:p>
            <a:pPr lvl="1"/>
            <a:r>
              <a:t>DynamoDB Streams triggers an annotation Lambda for bounding boxes.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Infrastructure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Managed with AWS SAM (Serverless Application Model)</a:t>
            </a:r>
          </a:p>
          <a:p>
            <a:pPr lvl="1"/>
            <a:r>
              <a:t>Defined in template.yaml configuring all AWS resources.</a:t>
            </a:r>
          </a:p>
          <a:p>
            <a:pPr lvl="1"/>
            <a:r>
              <a:t>Key infrastructure components:</a:t>
            </a:r>
          </a:p>
          <a:p>
            <a:pPr lvl="2"/>
            <a:r>
              <a:t>S3 bucket with lifecycle rules for original and annotated images.</a:t>
            </a:r>
          </a:p>
          <a:p>
            <a:pPr lvl="2"/>
            <a:r>
              <a:t>DynamoDB table with PAY_PER_REQUEST and 30-day TTL.</a:t>
            </a:r>
          </a:p>
          <a:p>
            <a:pPr lvl="2"/>
            <a:r>
              <a:t>SNS topic for Detection Alerts (high confidence notifications).</a:t>
            </a:r>
          </a:p>
          <a:p>
            <a:pPr lvl="1"/>
            <a:r>
              <a:t>Deployment automated via deploy.sh and deploy.ps1 scripts.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Backend &amp; Parallel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Optimized Python Lambda Functions</a:t>
            </a:r>
          </a:p>
          <a:p>
            <a:pPr lvl="1"/>
            <a:r>
              <a:t>detect-objects Lambda uses ThreadPoolExecutor max_workers=4.</a:t>
            </a:r>
          </a:p>
          <a:p>
            <a:pPr lvl="2"/>
            <a:r>
              <a:t>Parallel Rekognition API calls (Labels, Text, Moderation, PPE) preventing one round-trip from blocking others.</a:t>
            </a:r>
          </a:p>
          <a:p>
            <a:pPr lvl="1"/>
            <a:r>
              <a:t>Image Annotation Lambda leverages DynamoDB Streams insert events -&gt; uses Pillow for async drawing over S3 images.</a:t>
            </a:r>
          </a:p>
          <a:p>
            <a:pPr lvl="1"/>
            <a:r>
              <a:t>Unit tests implemented via `pytest` with `boto3` fully mocked (no AWS credentials needed locally).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Multi-Client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backend supports multiple client platforms via Presigned upload pattern:</a:t>
            </a:r>
          </a:p>
          <a:p>
            <a:pPr lvl="1"/>
            <a:r>
              <a:t>React Native App (rn-app/): Cross-platform mobile functionality connecting REST APIs.</a:t>
            </a:r>
          </a:p>
          <a:p>
            <a:pPr lvl="1"/>
            <a:r>
              <a:t>Native Android App (android/): Written natively in Kotlin for optimized performance and device integration natively.</a:t>
            </a:r>
          </a:p>
          <a:p>
            <a:pPr lvl="1"/>
            <a:r>
              <a:t>Web Frontend (frontend/): Standard web implementation utilizing HTML5 drag-and-drop and polling.</a:t>
            </a:r>
          </a:p>
          <a:p>
            <a:pPr lvl="1"/>
            <a:r>
              <a:t>All clients leverage the decoupled `GET /presign` and `GET /results` polling architecture.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Security &amp; Performance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Bypassing Lambda memory limits with Presigned URLs:</a:t>
            </a:r>
          </a:p>
          <a:p>
            <a:pPr lvl="1"/>
            <a:r>
              <a:t>Lambda never touches the binary avoiding API Gateway limits and minimizing execution costs.</a:t>
            </a:r>
          </a:p>
          <a:p>
            <a:pPr lvl="1"/>
            <a:r>
              <a:t>Strict CORS configurations and API restrictions.</a:t>
            </a:r>
          </a:p>
          <a:p>
            <a:pPr lvl="1"/>
            <a:r>
              <a:t>Least Privilege IAM Policies mapped explicitly using AWS SAM.</a:t>
            </a:r>
          </a:p>
          <a:p>
            <a:pPr lvl="1"/>
            <a:r>
              <a:t>Auto-cleanup of data:</a:t>
            </a:r>
          </a:p>
          <a:p>
            <a:pPr lvl="2"/>
            <a:r>
              <a:t>DynamoDB TTL to automatically purge records past 30 days.</a:t>
            </a:r>
          </a:p>
          <a:p>
            <a:pPr lvl="2"/>
            <a:r>
              <a:t>S3 Lifecycle rule pruning.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Future Enhancements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 A robust, cost-effective serverless computer vision solution.</a:t>
            </a:r>
          </a:p>
          <a:p>
            <a:pPr lvl="1"/>
            <a:r>
              <a:t>Planned Improvements:</a:t>
            </a:r>
          </a:p>
          <a:p>
            <a:pPr lvl="2"/>
            <a:r>
              <a:t>Dead-letter queues (SQS DLQ) for failed detections with retry policies.</a:t>
            </a:r>
          </a:p>
          <a:p>
            <a:pPr lvl="2"/>
            <a:r>
              <a:t>Dashboard insights utilizing CloudWatch dashboards (p99 latency, rate tracking).</a:t>
            </a:r>
          </a:p>
          <a:p>
            <a:pPr lvl="2"/>
            <a:r>
              <a:t>WebSockets for real-time client push notifications, replacing HTTP polling.</a:t>
            </a:r>
          </a:p>
          <a:p>
            <a:pPr lvl="1"/>
            <a:r>
              <a:t>The repository presents a flexible foundation for scaling out ML detection use cases at almost zero idle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